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Montserrat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8W8Y8IrUPrnggelvP0yY971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MontserratMedium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Medium-italic.fntdata"/><Relationship Id="rId23" Type="http://schemas.openxmlformats.org/officeDocument/2006/relationships/font" Target="fonts/Montserrat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MontserratMedium-boldItalic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 txBox="1"/>
          <p:nvPr>
            <p:ph type="ctrTitle"/>
          </p:nvPr>
        </p:nvSpPr>
        <p:spPr>
          <a:xfrm>
            <a:off x="3900056" y="1619682"/>
            <a:ext cx="5964381" cy="782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6000"/>
              <a:buFont typeface="Calibri"/>
              <a:buNone/>
              <a:defRPr b="1" sz="6000">
                <a:solidFill>
                  <a:srgbClr val="F0B7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" type="subTitle"/>
          </p:nvPr>
        </p:nvSpPr>
        <p:spPr>
          <a:xfrm>
            <a:off x="3900055" y="2609993"/>
            <a:ext cx="5964381" cy="62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3600"/>
              <a:buNone/>
              <a:defRPr b="1" sz="36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/>
          <p:nvPr>
            <p:ph type="title"/>
          </p:nvPr>
        </p:nvSpPr>
        <p:spPr>
          <a:xfrm>
            <a:off x="838200" y="817418"/>
            <a:ext cx="10515600" cy="873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3200"/>
              <a:buFont typeface="Calibri"/>
              <a:buNone/>
              <a:defRPr sz="3200">
                <a:solidFill>
                  <a:srgbClr val="F0B7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8610600" y="62039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2" type="sldNum"/>
          </p:nvPr>
        </p:nvSpPr>
        <p:spPr>
          <a:xfrm>
            <a:off x="8610600" y="62039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6000"/>
              <a:buFont typeface="Calibri"/>
              <a:buNone/>
              <a:defRPr sz="6000">
                <a:solidFill>
                  <a:srgbClr val="F0B7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8610600" y="62039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838200" y="817417"/>
            <a:ext cx="10515600" cy="918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3600"/>
              <a:buFont typeface="Calibri"/>
              <a:buNone/>
              <a:defRPr sz="3600">
                <a:solidFill>
                  <a:srgbClr val="F0B7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>
                <a:solidFill>
                  <a:srgbClr val="3F3F3F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>
                <a:solidFill>
                  <a:srgbClr val="3F3F3F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8610600" y="62039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/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3600"/>
              <a:buFont typeface="Calibri"/>
              <a:buNone/>
              <a:defRPr sz="3600">
                <a:solidFill>
                  <a:srgbClr val="F0B7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1" sz="2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>
                <a:solidFill>
                  <a:srgbClr val="3F3F3F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1" sz="2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>
                <a:solidFill>
                  <a:srgbClr val="3F3F3F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610600" y="62039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type="title"/>
          </p:nvPr>
        </p:nvSpPr>
        <p:spPr>
          <a:xfrm>
            <a:off x="838200" y="789709"/>
            <a:ext cx="10515600" cy="900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3600"/>
              <a:buFont typeface="Calibri"/>
              <a:buNone/>
              <a:defRPr sz="3600">
                <a:solidFill>
                  <a:srgbClr val="F0B7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8610600" y="62039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3200"/>
              <a:buFont typeface="Calibri"/>
              <a:buNone/>
              <a:defRPr sz="3200">
                <a:solidFill>
                  <a:srgbClr val="F0B7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Char char="•"/>
              <a:defRPr sz="3200">
                <a:solidFill>
                  <a:srgbClr val="3F3F3F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6" name="Google Shape;56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8610600" y="62039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3200"/>
              <a:buFont typeface="Calibri"/>
              <a:buNone/>
              <a:defRPr sz="3200">
                <a:solidFill>
                  <a:srgbClr val="F0B7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2" type="sldNum"/>
          </p:nvPr>
        </p:nvSpPr>
        <p:spPr>
          <a:xfrm>
            <a:off x="8610600" y="62039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 txBox="1"/>
          <p:nvPr>
            <p:ph type="title"/>
          </p:nvPr>
        </p:nvSpPr>
        <p:spPr>
          <a:xfrm>
            <a:off x="838200" y="817418"/>
            <a:ext cx="10515600" cy="873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3600"/>
              <a:buFont typeface="Calibri"/>
              <a:buNone/>
              <a:defRPr sz="3600">
                <a:solidFill>
                  <a:srgbClr val="F0B7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>
                <a:solidFill>
                  <a:srgbClr val="3F3F3F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8610600" y="62039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type="title"/>
          </p:nvPr>
        </p:nvSpPr>
        <p:spPr>
          <a:xfrm rot="5400000">
            <a:off x="7421923" y="2245086"/>
            <a:ext cx="5234854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4400"/>
              <a:buFont typeface="Calibri"/>
              <a:buNone/>
              <a:defRPr>
                <a:solidFill>
                  <a:srgbClr val="F0B7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" type="body"/>
          </p:nvPr>
        </p:nvSpPr>
        <p:spPr>
          <a:xfrm rot="5400000">
            <a:off x="2087923" y="-307614"/>
            <a:ext cx="5234854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>
                <a:solidFill>
                  <a:srgbClr val="3F3F3F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2" type="sldNum"/>
          </p:nvPr>
        </p:nvSpPr>
        <p:spPr>
          <a:xfrm>
            <a:off x="8610600" y="62039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9" name="Google Shape;8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1879134" y="5847127"/>
            <a:ext cx="8690993" cy="986224"/>
          </a:xfrm>
          <a:prstGeom prst="rect">
            <a:avLst/>
          </a:prstGeom>
          <a:solidFill>
            <a:srgbClr val="0049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3238149" y="6039313"/>
            <a:ext cx="27431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C" sz="800" u="none" cap="none" strike="noStrike">
                <a:solidFill>
                  <a:srgbClr val="F2F2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Campus Miguel de Cervantes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C" sz="8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Calle Alberto Einstein S/N y 5ta. Transversal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C" sz="8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Telf. 3974800 (Carcelén)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C" sz="8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Quito - Ecuador</a:t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6096000" y="6039313"/>
            <a:ext cx="27431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C" sz="800" u="none" cap="none" strike="noStrike">
                <a:solidFill>
                  <a:srgbClr val="F2F2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Campus Felipe Segovia Olmo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C" sz="8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Calle Italia N31-125 y Av. Mariana de Jesús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C" sz="8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Telf. 3994800 (Centro)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C" sz="8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Quito - Ecuador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2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3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9" name="Google Shape;16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1" name="Google Shape;18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4" name="Google Shape;194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6" name="Google Shape;196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2" name="Google Shape;212;p4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3" name="Google Shape;213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0" name="Google Shape;220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4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4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16.jpg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0B7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2039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  <p:pic>
        <p:nvPicPr>
          <p:cNvPr descr="Cómo elegir la licencia Creative Commons adecuada de forma guiada — ParaPNTE" id="11" name="Google Shape;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346965"/>
            <a:ext cx="1043584" cy="3651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0B7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áfico&#10;&#10;Descripción generada automáticamente" id="160" name="Google Shape;160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0B7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2" name="Google Shape;162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"/>
          <p:cNvSpPr txBox="1"/>
          <p:nvPr>
            <p:ph type="ctrTitle"/>
          </p:nvPr>
        </p:nvSpPr>
        <p:spPr>
          <a:xfrm>
            <a:off x="4187603" y="1375267"/>
            <a:ext cx="7474003" cy="6962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B700"/>
              </a:buClr>
              <a:buSzPct val="100000"/>
              <a:buFont typeface="Calibri"/>
              <a:buNone/>
            </a:pPr>
            <a:r>
              <a:rPr lang="es-EC"/>
              <a:t>Lectura Recomendada</a:t>
            </a:r>
            <a:endParaRPr/>
          </a:p>
        </p:txBody>
      </p:sp>
      <p:sp>
        <p:nvSpPr>
          <p:cNvPr id="240" name="Google Shape;240;p1"/>
          <p:cNvSpPr txBox="1"/>
          <p:nvPr>
            <p:ph idx="1" type="subTitle"/>
          </p:nvPr>
        </p:nvSpPr>
        <p:spPr>
          <a:xfrm>
            <a:off x="3900055" y="2609993"/>
            <a:ext cx="7474002" cy="839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None/>
            </a:pPr>
            <a:r>
              <a:rPr b="0" lang="es-EC" sz="2800"/>
              <a:t>Guía financiera para emprendedores: Cómo separar las finanzas personales de las del negocio.</a:t>
            </a:r>
            <a:endParaRPr b="0" sz="2800"/>
          </a:p>
        </p:txBody>
      </p:sp>
      <p:sp>
        <p:nvSpPr>
          <p:cNvPr id="241" name="Google Shape;241;p1"/>
          <p:cNvSpPr txBox="1"/>
          <p:nvPr/>
        </p:nvSpPr>
        <p:spPr>
          <a:xfrm>
            <a:off x="2999241" y="6267902"/>
            <a:ext cx="310263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C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hacer uso de este contenido cite la fuente y haga un enlace a la nota original en https://www.primicias.ec/revistagestion/tu-dinero/emprendedores-finanzas-emprendimiento-ahorro-sueldo-101550/?utm_source=chatgpt.com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text on a white background&#10;&#10;AI-generated content may be incorrect." id="246" name="Google Shape;2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460" y="2125423"/>
            <a:ext cx="1082040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text on a white background&#10;&#10;AI-generated content may be incorrect." id="247" name="Google Shape;24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043" y="3431695"/>
            <a:ext cx="11883785" cy="12885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black text&#10;&#10;AI-generated content may be incorrect." id="248" name="Google Shape;24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640" y="4935926"/>
            <a:ext cx="11553285" cy="9542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AI-generated content may be incorrect." id="249" name="Google Shape;24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41942" y="219255"/>
            <a:ext cx="6291172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text with black text&#10;&#10;AI-generated content may be incorrect." id="254" name="Google Shape;2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173" y="162375"/>
            <a:ext cx="9986333" cy="2680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background with black text&#10;&#10;AI-generated content may be incorrect." id="255" name="Google Shape;25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654" y="2857141"/>
            <a:ext cx="10507333" cy="3343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text on a white background&#10;&#10;AI-generated content may be incorrect." id="260" name="Google Shape;2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774" y="220244"/>
            <a:ext cx="11495057" cy="3196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background with black text&#10;&#10;AI-generated content may be incorrect." id="261" name="Google Shape;26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" y="3232570"/>
            <a:ext cx="11485352" cy="2204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text on a white background&#10;&#10;AI-generated content may be incorrect." id="266" name="Google Shape;2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134" y="209550"/>
            <a:ext cx="11500449" cy="2729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background with black text&#10;&#10;AI-generated content may be incorrect." id="267" name="Google Shape;26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045" y="3309219"/>
            <a:ext cx="11499909" cy="2223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text box with black text&#10;&#10;AI-generated content may be incorrect." id="272" name="Google Shape;2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256" y="349550"/>
            <a:ext cx="11332054" cy="3082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background with black text&#10;&#10;AI-generated content may be incorrect." id="273" name="Google Shape;27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986" y="3434571"/>
            <a:ext cx="11562631" cy="2605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hat&#10;&#10;AI-generated content may be incorrect." id="278" name="Google Shape;2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553" y="1552395"/>
            <a:ext cx="11486970" cy="3767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text on a white background&#10;&#10;AI-generated content may be incorrect." id="283" name="Google Shape;2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036" y="356019"/>
            <a:ext cx="9267286" cy="3097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text on a white background&#10;&#10;AI-generated content may be incorrect." id="284" name="Google Shape;28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262" y="3565045"/>
            <a:ext cx="9246079" cy="2502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text&#10;&#10;AI-generated content may be incorrect." id="289" name="Google Shape;2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777" y="768560"/>
            <a:ext cx="11284069" cy="1884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text with black text&#10;&#10;AI-generated content may be incorrect." id="290" name="Google Shape;2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136" y="2671762"/>
            <a:ext cx="11700293" cy="2190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black text&#10;&#10;AI-generated content may be incorrect." id="295" name="Google Shape;2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995" y="287727"/>
            <a:ext cx="10043483" cy="2990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text box with blue text&#10;&#10;AI-generated content may be incorrect." id="296" name="Google Shape;29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127" y="3276330"/>
            <a:ext cx="10459709" cy="2289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2020-06-28T12:49:06Z</dcterms:created>
  <dc:creator>Oñate Julio Diana Lucia</dc:creator>
</cp:coreProperties>
</file>